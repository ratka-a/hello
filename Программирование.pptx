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7C1285-6E13-417D-8848-156604F170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085D3A-444A-497A-BDCC-07E20BA4D2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9FC18C-5A7C-42A8-9C79-11A1D02D24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B7FA69-EDAE-445C-AB58-5DB432E929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F1DF2EE-75DF-41AB-A74C-3DFFB4C667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1C7E2E7-FB68-4F6F-96D1-31621FA0F5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EF81CB-F799-43A4-A676-F80396F2AB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755177E-D1E4-4928-987D-8808011319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024CA6C-3BCA-4218-8B91-5B09391991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07AF532-BFD2-4A2A-AA2E-6E378DFC4B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959A265-7AD2-43FE-8C97-8A34064629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03E6E6-FC47-453E-B6FA-B2E4701ED5B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0D00DB-DD8A-47F1-A69A-7716452E667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8756B5-E82E-436B-9C32-F26B1504E61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8DA951-170B-4C01-9442-5794379DA46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F426F2-3260-4913-B624-8567F05082C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C9CDBB-C752-4011-B47A-0FF6A3EF2DC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8DB0E-9801-45B4-B312-F7DF9ED5CF8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988293-68C1-4D51-A0D6-1727568770B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CFC4F7-535C-4A8E-B6F7-F166AD70ADF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B928AD-7F4A-4EDF-92AE-2FDDD7E959B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5C75FB-CA6E-4346-ADC0-2A42F60F50E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Shape 81"/>
          <p:cNvSpPr/>
          <p:nvPr/>
        </p:nvSpPr>
        <p:spPr>
          <a:xfrm>
            <a:off x="882720" y="2587680"/>
            <a:ext cx="8862120" cy="30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длины стороны квадрата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side * side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5240" cy="27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1" name="Shape 84"/>
          <p:cNvSpPr/>
          <p:nvPr/>
        </p:nvSpPr>
        <p:spPr>
          <a:xfrm>
            <a:off x="853920" y="287856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 сторон прямоугольника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прямоугольника:",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23360" y="422280"/>
            <a:ext cx="10515240" cy="211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Shape 87"/>
          <p:cNvSpPr/>
          <p:nvPr/>
        </p:nvSpPr>
        <p:spPr>
          <a:xfrm>
            <a:off x="486000" y="2733840"/>
            <a:ext cx="3599640" cy="39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5240" cy="18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5" name="Shape 90"/>
          <p:cNvSpPr/>
          <p:nvPr/>
        </p:nvSpPr>
        <p:spPr>
          <a:xfrm>
            <a:off x="816120" y="2762280"/>
            <a:ext cx="3599640" cy="39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60040" y="-456480"/>
            <a:ext cx="10515240" cy="30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Shape 93"/>
          <p:cNvSpPr/>
          <p:nvPr/>
        </p:nvSpPr>
        <p:spPr>
          <a:xfrm>
            <a:off x="860040" y="1921320"/>
            <a:ext cx="3599640" cy="46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Ввод длин катетов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Вычисление гипотенузы по теореме Пифагора: c = sqrt(a^2 + b^2)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Вычисление площади: S = (a * b) / 2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print(f"Гипотенуза: {hypotenuse}")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print(f"Площадь: {area}")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4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0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0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0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0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0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0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9" name="Shape 96"/>
          <p:cNvSpPr/>
          <p:nvPr/>
        </p:nvSpPr>
        <p:spPr>
          <a:xfrm>
            <a:off x="882000" y="3497760"/>
            <a:ext cx="359964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числа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квадратов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через запятую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5240" cy="232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1" name="Shape 99"/>
          <p:cNvSpPr/>
          <p:nvPr/>
        </p:nvSpPr>
        <p:spPr>
          <a:xfrm>
            <a:off x="834840" y="3177360"/>
            <a:ext cx="3599640" cy="28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года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високосный год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524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0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3" name="Shape 102"/>
          <p:cNvSpPr/>
          <p:nvPr/>
        </p:nvSpPr>
        <p:spPr>
          <a:xfrm>
            <a:off x="570960" y="3252600"/>
            <a:ext cx="3599640" cy="31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целого числа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на четность с помощью оператора остатка от деления (%)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2080" y="284760"/>
            <a:ext cx="10515240" cy="160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28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5" name="Shape 105"/>
          <p:cNvSpPr/>
          <p:nvPr/>
        </p:nvSpPr>
        <p:spPr>
          <a:xfrm>
            <a:off x="627480" y="1894320"/>
            <a:ext cx="7233480" cy="39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 условия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первое меньше второго, вычисляем сумму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Иначе (если первое больше или равно второму) вычисляем разность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1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Shape 108"/>
          <p:cNvSpPr/>
          <p:nvPr/>
        </p:nvSpPr>
        <p:spPr>
          <a:xfrm>
            <a:off x="919800" y="3148920"/>
            <a:ext cx="35996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9" name="Shape 111"/>
          <p:cNvSpPr/>
          <p:nvPr/>
        </p:nvSpPr>
        <p:spPr>
          <a:xfrm>
            <a:off x="938520" y="249804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= 0  # Счетчик четных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count_even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четных чисел: {count_even}")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79880" y="252720"/>
            <a:ext cx="10515240" cy="154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6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2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Shape 114"/>
          <p:cNvSpPr/>
          <p:nvPr/>
        </p:nvSpPr>
        <p:spPr>
          <a:xfrm>
            <a:off x="277920" y="1697040"/>
            <a:ext cx="11819880" cy="50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#Инициализация счетчиков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24600" y="0"/>
            <a:ext cx="6167520" cy="25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Shape 117"/>
          <p:cNvSpPr/>
          <p:nvPr/>
        </p:nvSpPr>
        <p:spPr>
          <a:xfrm>
            <a:off x="142200" y="857160"/>
            <a:ext cx="5879520" cy="56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Инициализация переменных для хранения максимума и минимума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Используем None, чтобы правильно обработать первое введенное число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Для первого числа устанавливаем и максимум, и минимум равными ему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max_num is None or num &gt; max_num: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min_num is None or num &lt; min_num: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Вычисление разницы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571720" y="59760"/>
            <a:ext cx="662040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5" name="Shape 120"/>
          <p:cNvSpPr/>
          <p:nvPr/>
        </p:nvSpPr>
        <p:spPr>
          <a:xfrm>
            <a:off x="61560" y="65880"/>
            <a:ext cx="5500080" cy="58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Создаем пустой список для хранения чисел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 в массиве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max_element = max(A)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Подсчитываем количество элементов, равных максимальному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count_max = 0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for num in A: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if num == max_element: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count_max += 1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9440" y="818280"/>
            <a:ext cx="6262560" cy="15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28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7" name="Shape 123"/>
          <p:cNvSpPr/>
          <p:nvPr/>
        </p:nvSpPr>
        <p:spPr>
          <a:xfrm>
            <a:off x="6656400" y="76680"/>
            <a:ext cx="5535720" cy="64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Инициализация списка и переменных для сумм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 = []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sum_even_indices = 0  # Сумма элементов с четными индексами (0, 2, 4...)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sum_odd_indices = 0   # Сумма элементов с нечетными индексами (1, 3, 5...)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num = int(input(f"Элемент с индексом {i}: "))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A.append(num)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Проверяем четность индекса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if i % 2 == 0: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sum_even_indices += num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sum_odd_indices += num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Вычисляем разницу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difference = sum_even_indices - sum_odd_indices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 результатов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print(f"Массив: {A}")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print(f"Сумма элементов с четными индексами: {sum_even_indices}")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print(f"Сумма элементов с нечетными индексами: {sum_odd_indices}")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print(f"Разница (четные индексы - нечетные индексы): {difference}")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10000" y="-304560"/>
            <a:ext cx="1051524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Shape 126"/>
          <p:cNvSpPr/>
          <p:nvPr/>
        </p:nvSpPr>
        <p:spPr>
          <a:xfrm>
            <a:off x="957600" y="180756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Инициализация счетчика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Проходим по каждому символу в тексте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Проверка, является ли символ цифрой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count_digits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2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Shape 129"/>
          <p:cNvSpPr/>
          <p:nvPr/>
        </p:nvSpPr>
        <p:spPr>
          <a:xfrm>
            <a:off x="948240" y="288144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Удаление всех пробелов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27040" y="-337320"/>
            <a:ext cx="10515240" cy="23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3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3" name="Shape 132"/>
          <p:cNvSpPr/>
          <p:nvPr/>
        </p:nvSpPr>
        <p:spPr>
          <a:xfrm>
            <a:off x="665280" y="1685880"/>
            <a:ext cx="3599640" cy="47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Разбиваем строку на слова.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split() без аргументов автоматически игнорирует несколько пробелов, табуляции и переводы строк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Проверяем, есть ли слова в строке (защита от пустого ввода)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print("Первое слово:", words[0])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74200" y="70200"/>
            <a:ext cx="10515240" cy="12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5" name="Shape 135"/>
          <p:cNvSpPr/>
          <p:nvPr/>
        </p:nvSpPr>
        <p:spPr>
          <a:xfrm>
            <a:off x="711720" y="1580760"/>
            <a:ext cx="557244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текста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Имя файла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Запись текста в файл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'w' (write) означает режим записи. Если файла нет, он создастся.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Если файл есть, его содержимое будет перезаписано.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encoding='utf-8' нужен для корректной работы с русским языком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print(f"Текст успешно записан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790960" y="0"/>
            <a:ext cx="6401160" cy="110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13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13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7" name="Shape 138"/>
          <p:cNvSpPr/>
          <p:nvPr/>
        </p:nvSpPr>
        <p:spPr>
          <a:xfrm>
            <a:off x="252000" y="65880"/>
            <a:ext cx="11364480" cy="138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print("=== Игра: Компьютер угадывает ваше число ===")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print("Загадайте целое число, а я попробую его отгадать.")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1. Получение диапазона от пользователя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диапазона (N): "))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диапазона (M): "))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print("Ошибка: N не может быть больше M. Попробуйте снова.")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print("Пожалуйста, введите целые числа.")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print(f"\nОтлично! Ваше число находится в диапазоне [{N}, {M}].")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print("Отвечайте на мои вопросы:")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print("'y' или 'д' — если Да")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print("'n' или 'н' — если Нет")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print("'q' — если я ошибся и хочу начать заново\n")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2. Инициализация границ поиска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low = N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high = M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attempts = 0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3. Цикл бинарного поиска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Находим середину текущего диапазона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# Если диапазон схлопнулся в одно число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low == high: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100" spc="-1" strike="noStrike">
                <a:solidFill>
                  <a:schemeClr val="dk1"/>
                </a:solidFill>
                <a:latin typeface="Calibri"/>
              </a:rPr>
              <a:t>print(f"Ваше число: {low}?")  # ← ИСПРАВЛЕНО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: перенос строки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confirm = input("Это верно? (y/n): ").lower()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if confirm in ['y', 'д', 'yes']: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print(f"Ура! Я угадал число {low} за {attempts} попыток!")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print("Похоже, вы ошиблись в ответах ранее, так как других вариантов нет.")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Задаем вопрос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300" spc="-1" strike="noStrike">
                <a:solidFill>
                  <a:schemeClr val="dk1"/>
                </a:solidFill>
                <a:latin typeface="Calibri"/>
              </a:rPr>
              <a:t>question = f"Ваше число больше {mid}?"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answer = input(f"{question} (y/n): ").lower()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['q', 'quit', 'выход']: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print("Игра завершена.")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['y', 'д', 'yes']: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больше mid, значит нижняя граница сдвигается на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answer in ['n', 'н', 'no']: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Число не больше mid (значит меньше или равно), верхняя граница становится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print("Непонятный ответ. Пожалуйста, используйте 'y' (да) или 'n' (нет).")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-= 1  # Не считаем эту попытку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print("Что-то пошло не так. Проверьте, честно ли вы отвечали на вопросы!")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main()  # ← ИСПРАВЛЕНО: перенос на новую строку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68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2026-05-16T14:09:10Z</dcterms:modified>
  <cp:revision>1</cp:revision>
  <dc:subject/>
  <dc:title/>
</cp:coreProperties>
</file>